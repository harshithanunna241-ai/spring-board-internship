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ChatGPT Was Created and How It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the creation and working of ChatGPT (GPT-5)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ChatGPT?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ChatGPT is an AI language model developed by OpenAI.</a:t>
            </a:r>
          </a:p>
          <a:p>
            <a:pPr marL="0" indent="0">
              <a:buNone/>
            </a:pPr>
            <a:r>
              <a:t>• Based on the GPT (Generative Pretrained Transformer) architecture.</a:t>
            </a:r>
          </a:p>
          <a:p>
            <a:pPr marL="0" indent="0">
              <a:buNone/>
            </a:pPr>
            <a:r>
              <a:t>• 'Generative' – creates new text.</a:t>
            </a:r>
          </a:p>
          <a:p>
            <a:pPr marL="0" indent="0">
              <a:buNone/>
            </a:pPr>
            <a:r>
              <a:t>• 'Pretrained' – trained on large text data.</a:t>
            </a:r>
          </a:p>
          <a:p>
            <a:pPr marL="0" indent="0">
              <a:buNone/>
            </a:pPr>
            <a:r>
              <a:t>• 'Transformer' – neural network architecture for understanding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ChatGPT Was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– Books, websites, articles, and public datasets.</a:t>
            </a:r>
          </a:p>
          <a:p>
            <a:r>
              <a:t>2. Pretraining – Predicts next words to learn language patterns.</a:t>
            </a:r>
          </a:p>
          <a:p>
            <a:r>
              <a:t>3. Fine-tuning – Adjusted using curated datasets for natural dialogue.</a:t>
            </a:r>
          </a:p>
          <a:p>
            <a:r>
              <a:t>4. RLHF – Reinforcement Learning from Human Feedback to align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Inside ChatGPT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Input text is tokenized (split into pieces).</a:t>
            </a:r>
          </a:p>
          <a:p>
            <a:pPr marL="0" indent="0">
              <a:buNone/>
            </a:pPr>
            <a:r>
              <a:t>• Model predicts next tokens using learned patterns.</a:t>
            </a:r>
          </a:p>
          <a:p>
            <a:pPr marL="0" indent="0">
              <a:buNone/>
            </a:pPr>
            <a:r>
              <a:t>• Considers conversation context to stay coherent.</a:t>
            </a:r>
          </a:p>
          <a:p>
            <a:pPr marL="0" indent="0">
              <a:buNone/>
            </a:pPr>
            <a:r>
              <a:t>• Generates response one token at a time.</a:t>
            </a:r>
          </a:p>
          <a:p>
            <a:pPr marL="0" indent="0">
              <a:buNone/>
            </a:pPr>
            <a:r>
              <a:t>• Uses large neural networks and cloud computation.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ChatGPT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Transformer Architecture – Core neural network structure.</a:t>
            </a:r>
          </a:p>
          <a:p>
            <a:pPr marL="0" indent="0">
              <a:buNone/>
            </a:pPr>
            <a:r>
              <a:t>• Attention Mechanism – Focuses on important words.</a:t>
            </a:r>
          </a:p>
          <a:p>
            <a:pPr marL="0" indent="0">
              <a:buNone/>
            </a:pPr>
            <a:r>
              <a:t>• Embedding Layers – Convert words into numeric vectors.</a:t>
            </a:r>
          </a:p>
          <a:p>
            <a:pPr marL="0" indent="0">
              <a:buNone/>
            </a:pPr>
            <a:r>
              <a:t>• Decoder Network – Generates text step-by-step.</a:t>
            </a:r>
          </a:p>
          <a:p>
            <a:pPr marL="0" indent="0">
              <a:buNone/>
            </a:pPr>
            <a:r>
              <a:t>• Safety Filters – Prevents unsafe or harmful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ChatGPT is a result of deep learning and language modeling.</a:t>
            </a:r>
          </a:p>
          <a:p>
            <a:pPr marL="0" indent="0">
              <a:buNone/>
            </a:pPr>
            <a:r>
              <a:t>• Trained on large text data and refined using human feedback.</a:t>
            </a:r>
          </a:p>
          <a:p>
            <a:pPr marL="0" indent="0">
              <a:buNone/>
            </a:pPr>
            <a:r>
              <a:t>• Works by predicting and generating contextually relevant words.</a:t>
            </a:r>
          </a:p>
          <a:p>
            <a:pPr marL="0" indent="0">
              <a:buNone/>
            </a:pPr>
            <a:r>
              <a:t>• Represents one of the most advanced AI conversational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WPS Presentation</Application>
  <PresentationFormat>On-screen Show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How ChatGPT Was Created and How It Works</vt:lpstr>
      <vt:lpstr>What is ChatGPT?</vt:lpstr>
      <vt:lpstr>How ChatGPT Was Created</vt:lpstr>
      <vt:lpstr>What Happens Inside ChatGPT</vt:lpstr>
      <vt:lpstr>Key Components of ChatGPT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Harshitha Nunna</cp:lastModifiedBy>
  <cp:revision>4</cp:revision>
  <dcterms:created xsi:type="dcterms:W3CDTF">2013-01-27T09:14:00Z</dcterms:created>
  <dcterms:modified xsi:type="dcterms:W3CDTF">2025-11-11T13:16:16Z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59992B97DC244E1C9FD441407600A738_13</vt:lpwstr>
  </property>
  <property fmtid="{D5CDD505-2E9C-101B-9397-08002B2CF9AE}" pid="3" name="KSOProductBuildVer">
    <vt:lpwstr>1033-12.2.0.23131</vt:lpwstr>
  </property>
</Properties>
</file>